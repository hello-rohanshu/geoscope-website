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5FF4-65D1-E3D7-248B-66D5FA768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B6993-C1DD-B4D7-C042-4CD95FB47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A943A-2A7F-7507-5709-DCAB223A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17A5-4E02-D910-A109-AA882A5F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B6A53-9C52-4C61-E765-DDD1C4DA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5057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D2F4-643D-0747-BB6A-1352C856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F01E-3DDC-E495-9EA5-757D65B7F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0925-2008-5305-5D49-89B9EEEA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87B11-A4F7-866D-D3A4-73D1BB1E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79DB-E1B5-282A-AA43-E3D07095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085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E9A8-02C7-5324-2877-1C268255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29189-33CF-D1CC-9CC8-41D81606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D978F-C507-3E7B-8CD5-4EE6D090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25501-449C-87BF-78BD-F9470187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B224-9D7E-CC6E-439E-CC732270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179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C032-C681-71EA-F392-0EACDD6B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08454-AE6A-E249-24E1-E69BB2FC9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FC321-299D-8A03-6A49-A20754277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CC1A4-6ACB-1F04-F7CE-344B8455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22AAF-139E-7B6E-1FC0-A211B0DA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50EFE-A079-B487-E13E-973B781B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3014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45ED-1280-DF66-F701-D56EDDAF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4DE43-0019-F2E5-D3C1-80C0F2A04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F1ED8-560F-E9A3-AA11-CD05AD67E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7C6B3-E813-61E1-2EC4-D81D9A412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BF384-7294-789A-E591-74596DB59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76D3F-A4DC-0566-8783-67292DBB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B2185-A8F4-8BA2-D758-6CEE8738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BF963-254C-BD03-796F-D7EFE676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1838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5521-4BA2-3422-83DD-46A44056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17C36-8AED-4C8B-CA27-AB83D3B5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2C8A6-8E90-4A4F-D567-B9786739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7CED7-7F70-81BB-4F08-C55FDFE6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280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89A68-AEE0-F2BD-5839-A1479501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848FE-5689-FFB3-E4C8-120C659D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DEC7F-2F4C-0AFD-FD0A-791651C1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750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E18B-9FA0-8D25-3784-5AD7B4C4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37B0-DEB5-D484-7511-248CFBD9C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7FA9A-CE14-7F2E-1270-F298FC629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B5B2B-E9A0-E0AF-9CAD-8AE3FADC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F8E94-3BB1-B499-335E-EE71E982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F8F75-220B-D06C-29F8-E71BA4C5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06517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40E5-2702-9ACB-CFFF-4D901168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D9B4C-A6E5-AA1D-747E-A8363E5EE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3C306-A2E5-0437-DB2B-882071179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2C2F-14A3-48A1-65D5-4C10C265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C593B-1211-91FD-01E5-168776F2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76002-9E2F-CA77-DE7B-8BC0B67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5556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66EE-6D5D-6738-DA6A-044A3763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C0976-7FAB-DE76-1244-46274E3CE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3C98A-3FCD-702A-A0B3-F9B67321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823FA-793D-5957-07B7-2A499CCF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17002-B5DE-2112-19B6-40FE1DD3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9582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927AB-E0FD-7DFD-BB2C-087256330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5149C-6068-0CFE-F914-D418BA672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04ACB-B186-48B2-9D52-E312CE70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B38A6-A2FB-550A-CEA6-D9654EF6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80915-711C-343C-BA82-9E799C8E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2541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1E8D0-02CE-8B4C-4332-BF2A7A4B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CC578-A811-B0CE-8F78-8F0CF53E0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5E25A-20B8-01B9-9163-0504B168D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6699C-A1EC-4720-8ED9-5831FC5BA608}" type="datetimeFigureOut">
              <a:rPr lang="en-001" smtClean="0"/>
              <a:t>28/07/2025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D84A-B2C7-4155-1AD8-41A6FE56B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F6C85-7697-4F29-7AE6-98E076A33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60D34-BEEE-4FAD-A13B-8BF4B25E7A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4855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768AFF-A04C-05FA-2245-440C1F5F1AF7}"/>
              </a:ext>
            </a:extLst>
          </p:cNvPr>
          <p:cNvSpPr/>
          <p:nvPr/>
        </p:nvSpPr>
        <p:spPr>
          <a:xfrm>
            <a:off x="585216" y="640080"/>
            <a:ext cx="10972800" cy="379857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9E7D4-0131-02B9-101B-482CF4284B52}"/>
              </a:ext>
            </a:extLst>
          </p:cNvPr>
          <p:cNvSpPr/>
          <p:nvPr/>
        </p:nvSpPr>
        <p:spPr>
          <a:xfrm>
            <a:off x="1461517" y="1840230"/>
            <a:ext cx="4120134" cy="206502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21920F-E158-8C63-16AE-9CDB0F366F95}"/>
              </a:ext>
            </a:extLst>
          </p:cNvPr>
          <p:cNvSpPr/>
          <p:nvPr/>
        </p:nvSpPr>
        <p:spPr>
          <a:xfrm>
            <a:off x="3021327" y="4708208"/>
            <a:ext cx="914399" cy="5429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Fuel</a:t>
            </a:r>
            <a:endParaRPr lang="en-001" sz="2800" dirty="0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F5DD911F-462D-5814-B0E1-FA87F917B2DC}"/>
              </a:ext>
            </a:extLst>
          </p:cNvPr>
          <p:cNvSpPr/>
          <p:nvPr/>
        </p:nvSpPr>
        <p:spPr>
          <a:xfrm rot="18900000">
            <a:off x="2400188" y="4783347"/>
            <a:ext cx="514568" cy="514568"/>
          </a:xfrm>
          <a:prstGeom prst="teardrop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3047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Skeptic Boffin</dc:creator>
  <cp:lastModifiedBy>Skeptic Boffin</cp:lastModifiedBy>
  <cp:revision>1</cp:revision>
  <dcterms:created xsi:type="dcterms:W3CDTF">2025-07-27T19:00:15Z</dcterms:created>
  <dcterms:modified xsi:type="dcterms:W3CDTF">2025-07-27T19:05:04Z</dcterms:modified>
</cp:coreProperties>
</file>